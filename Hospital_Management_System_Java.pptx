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50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Hospital Management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Java  Project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Hospital Management System manages patient, doctor, and appointment details efficiently.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Manage patient records</a:t>
            </a:r>
          </a:p>
          <a:p>
            <a:r>
              <a:t>• Manage doctor details</a:t>
            </a:r>
          </a:p>
          <a:p>
            <a:r>
              <a:t>• Book appointments</a:t>
            </a:r>
          </a:p>
          <a:p>
            <a:r>
              <a:t>• Reduce manual 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Java</a:t>
            </a:r>
          </a:p>
          <a:p>
            <a:r>
              <a:t>• OOP Concepts</a:t>
            </a:r>
          </a:p>
          <a:p>
            <a:r>
              <a:t>• Scanner Class</a:t>
            </a:r>
          </a:p>
          <a:p>
            <a:r>
              <a:t>• ArrayList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Add Patient</a:t>
            </a:r>
          </a:p>
          <a:p>
            <a:r>
              <a:t>• View Patient</a:t>
            </a:r>
          </a:p>
          <a:p>
            <a:r>
              <a:t>• Add Doctor</a:t>
            </a:r>
          </a:p>
          <a:p>
            <a:r>
              <a:t>• View Doctor</a:t>
            </a:r>
          </a:p>
          <a:p>
            <a:r>
              <a:t>• Book Appointment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Classes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Patient</a:t>
            </a:r>
          </a:p>
          <a:p>
            <a:r>
              <a:t>• Doctor</a:t>
            </a:r>
          </a:p>
          <a:p>
            <a:r>
              <a:t>• Main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Main Menu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Add Patient</a:t>
            </a:r>
          </a:p>
          <a:p>
            <a:r>
              <a:t>2. View Patients</a:t>
            </a:r>
          </a:p>
          <a:p>
            <a:r>
              <a:t>3. Add Doctor</a:t>
            </a:r>
          </a:p>
          <a:p>
            <a:r>
              <a:t>4. View Doctors</a:t>
            </a:r>
          </a:p>
          <a:p>
            <a:r>
              <a:t>5. Book Appointment</a:t>
            </a:r>
          </a:p>
          <a:p>
            <a:r>
              <a:t>6. Exit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Input Error Handling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Uses numeric menu to avoid InputMismatchException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system is simple, efficient, and suitable for small hospitals or academic projects.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128</Words>
  <Application>Microsoft Office PowerPoint</Application>
  <PresentationFormat>On-screen Show (4:3)</PresentationFormat>
  <Paragraphs>37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Hospital Management System</vt:lpstr>
      <vt:lpstr>Introduction</vt:lpstr>
      <vt:lpstr>Objectives</vt:lpstr>
      <vt:lpstr>Technologies Used</vt:lpstr>
      <vt:lpstr>System Features</vt:lpstr>
      <vt:lpstr>Classes Used</vt:lpstr>
      <vt:lpstr>Main Menu</vt:lpstr>
      <vt:lpstr>Input Error Handling</vt:lpstr>
      <vt:lpstr>Conclusion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Hp</dc:creator>
  <cp:keywords/>
  <dc:description>generated using python-pptx</dc:description>
  <cp:lastModifiedBy>Kunal Singh</cp:lastModifiedBy>
  <cp:revision>2</cp:revision>
  <dcterms:created xsi:type="dcterms:W3CDTF">2013-01-27T09:14:16Z</dcterms:created>
  <dcterms:modified xsi:type="dcterms:W3CDTF">2025-12-24T17:43:40Z</dcterms:modified>
  <cp:category/>
</cp:coreProperties>
</file>